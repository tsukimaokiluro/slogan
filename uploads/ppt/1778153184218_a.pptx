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封面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演示标题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副标题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日期/作者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内容概览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学习目标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重点难点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内容页标题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要点1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要点2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要点3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内容页标题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要点1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要点2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回顾要点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下一步学习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</dc:title>
  <dc:subject/>
  <dc:creator>AI PPT Generator</dc:creator>
  <cp:lastModifiedBy>AI PPT Generator</cp:lastModifiedBy>
  <cp:revision>1</cp:revision>
  <dcterms:created xsi:type="dcterms:W3CDTF">2026-05-07T11:26:24Z</dcterms:created>
  <dcterms:modified xsi:type="dcterms:W3CDTF">2026-05-07T11:26:24Z</dcterms:modified>
</cp:coreProperties>
</file>