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产品名称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产品图片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产品定位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核心卖点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市场需求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市场背景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用户痛点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机会分析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产品功能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核心功能1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核心功能2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核心功能3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产品优势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技术优势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成本优势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服务优势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使用场景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场景1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场景2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场景3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合作方式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a'a'a</dc:title>
  <dc:subject/>
  <dc:creator>AI PPT Generator</dc:creator>
  <cp:lastModifiedBy>AI PPT Generator</cp:lastModifiedBy>
  <cp:revision>1</cp:revision>
  <dcterms:created xsi:type="dcterms:W3CDTF">2026-05-07T11:30:45Z</dcterms:created>
  <dcterms:modified xsi:type="dcterms:W3CDTF">2026-05-07T11:30:45Z</dcterms:modified>
</cp:coreProperties>
</file>