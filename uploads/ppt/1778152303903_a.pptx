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未命名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subject/>
  <dc:creator>AI PPT Generator</dc:creator>
  <cp:lastModifiedBy>AI PPT Generator</cp:lastModifiedBy>
  <cp:revision>1</cp:revision>
  <dcterms:created xsi:type="dcterms:W3CDTF">2026-05-07T11:11:43Z</dcterms:created>
  <dcterms:modified xsi:type="dcterms:W3CDTF">2026-05-07T11:11:43Z</dcterms:modified>
</cp:coreProperties>
</file>