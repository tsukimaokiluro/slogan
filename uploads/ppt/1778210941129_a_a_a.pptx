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答辩题目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姓名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学号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指导教师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答辩日期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研究背景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研究内容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研究方法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结论展望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研究背景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研究意义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国内外研究现状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研究问题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研究内容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主要研究内容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创新点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研究方法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方法介绍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实验设计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研究结果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数据分析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结果展示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结论与展望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主要结论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研究展望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致谢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a'a'a</dc:title>
  <dc:subject/>
  <dc:creator>AI PPT Generator</dc:creator>
  <cp:lastModifiedBy>AI PPT Generator</cp:lastModifiedBy>
  <cp:revision>1</cp:revision>
  <dcterms:created xsi:type="dcterms:W3CDTF">2026-05-08T03:29:01Z</dcterms:created>
  <dcterms:modified xsi:type="dcterms:W3CDTF">2026-05-08T03:29:01Z</dcterms:modified>
</cp:coreProperties>
</file>